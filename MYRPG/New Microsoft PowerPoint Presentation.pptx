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49E5-9158-018F-D58E-74E00206E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41EBA-0D21-02BD-19F5-E021EC177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BD751-512C-F611-AFFF-C655D80C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92798-61DB-50EC-9452-8890534A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1368E-CE93-CA90-165B-F656B630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2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A2E6-9C66-D5A1-4339-1CCB5587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72E70-2FC9-D772-0FEA-17DF40FA6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FF38C-6FFF-9830-A756-A3397C45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1199B-D5FC-5297-116B-03F2B5C9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432E6-E30B-2BDC-26C9-F8293C76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2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B695-D0CC-B50A-F21C-D49229AE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54062-F47C-0C37-2D21-705E4D00C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1C7B-DF79-FC29-A37D-8BA8F0F8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FC3F9-40DE-011E-F4F4-115D5127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63E75-D686-A72A-8CF2-B8A31D9C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8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ABDE-D9F7-995D-59A1-B9BDA682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B8FAC-6F93-8B1A-1295-B7FCFBB76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F4679-A274-F7E1-09BF-1DD9EEC48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130DD-529A-464F-FE61-DACD9E782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D33FF-9BC5-A837-EE02-48660B79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792E0-05A9-62E1-E2CC-6EC602E5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9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972E-1950-A051-1877-1DA53BFF3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AC90E-8785-DEBA-63D0-48D31F2BA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A71E6-B8F1-EEF3-D582-9F390BCA0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F0F31-C8DA-A4B1-9935-DCD7F01CE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8DFA5-2405-C852-B118-1F9C18C59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D516C-43BD-1886-6726-25105EF1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FAC91-DD8E-32A1-E242-CB05BDBBE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D439E-F46E-4930-A391-3B51860C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0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56B1D-B55B-E141-B759-A284E84A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051F59-A938-7A32-8E38-2767AD7D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D7469-F524-CE30-8FD3-AEF35C28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39DEE-E539-C8CE-6A85-F7499832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67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E3C82-F571-A171-50D9-53574FDF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681423-5DB2-19B4-85A0-839D2E82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680FF-7605-C995-182E-6D8D7DF4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06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30F9-CA33-D9D2-F620-14BF0FFEF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6FC7-FF8F-D091-52AC-C701AA928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D433-E835-E477-A3C5-19503FBFE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50CDD-379E-B28D-FF78-5B3617CC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08D6-66BD-D9EA-5BCF-13ABB4C7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CE21F-B5F7-607F-D7E0-A38E84C2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83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48DD-A23C-C82C-1249-4ED906BD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EA01A2-20DB-D8FA-C734-743A9798C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5DEBD-6E42-26DE-FE34-FED865828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EF040-45D5-6C3D-2295-42ECE2EE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BF9D4-83A7-533D-8D77-4D71ADB7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22447-1CAF-549F-94E6-24156BAD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3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5E9B-C7C4-63C9-67F9-E81C9DB5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D8D66-FF39-92F3-98DA-5B4D5BDB5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D4756-52A1-8A4D-60D6-94CCCB4E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3BCE3-E99F-2A80-4862-B4415C97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A77BB-8A55-5903-ED25-F9018273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B1D11-B970-0583-7FEA-00D8DEBEF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B7A0F-8892-6F5E-7077-3C691F438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F42B-8717-57D0-686F-61C9BAB3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5914-FC72-DA91-535D-544C40A9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92C73-4691-2C96-5B17-3F140C2D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0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FF1FC-A3B7-A53C-49F1-93CC24FD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8BDC7-9D09-3A86-6B88-7AD14D101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590D5-52CF-F3C1-C095-7266D47C9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6450D-C22C-4235-AB79-9BB64D2A142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EF986-CD09-D886-CC21-25F909912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CD97-646A-C5D4-433F-C86EC72CB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CC4D5-C92E-4186-8193-E85C822B2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7103/window_frame_templa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EE6638-0E80-2C7E-F14B-CCC70818F9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6384" y="182880"/>
            <a:ext cx="10743615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9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B217 Student</dc:creator>
  <cp:lastModifiedBy>B217 Student</cp:lastModifiedBy>
  <cp:revision>1</cp:revision>
  <dcterms:created xsi:type="dcterms:W3CDTF">2026-10-01T21:01:57Z</dcterms:created>
  <dcterms:modified xsi:type="dcterms:W3CDTF">2026-10-01T21:08:15Z</dcterms:modified>
</cp:coreProperties>
</file>